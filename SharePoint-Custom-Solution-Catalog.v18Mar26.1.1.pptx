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23D6DB-43DA-49AD-BFE6-6609B2210C42}" v="1" dt="2026-03-19T01:42:47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hudsonjd/sp-portfolio-kit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khudsonjd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5676" y="2468880"/>
            <a:ext cx="3657600" cy="190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606040"/>
            <a:ext cx="85313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SharePoint Custom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Solution Catalog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5676" y="3986337"/>
            <a:ext cx="3657600" cy="190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Situation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SharePoint is a rapid development platform available to everyone in the enterprise.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Complication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SharePoint solutions are often built to meet urgent, unfunded, or "temporary" needs — with plans to sunset them in a few months or rebuild them properly once funding arrives.</a:t>
            </a:r>
          </a:p>
          <a:p>
            <a:endParaRPr sz="1600" b="0">
              <a:solidFill>
                <a:srgbClr val="2A2A2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Years later, those tools are still running. Your support team is maintaining dozens or hundreds of custom solutions of uncertain value, with no systematic way to evaluate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Learn to think like an Enterprise Architect. Apply TOGAF principles to create a standardized, repeatable process for regularly reviewing your solution portfolio — informed by relevant organizational and technical context.</a:t>
            </a:r>
          </a:p>
          <a:p>
            <a:endParaRPr sz="1600" b="0">
              <a:solidFill>
                <a:srgbClr val="2A2A2A"/>
              </a:solidFill>
              <a:latin typeface="Calibri"/>
            </a:endParaRPr>
          </a:p>
          <a:p>
            <a:pPr algn="l"/>
            <a:r>
              <a:rPr sz="1600" b="0">
                <a:solidFill>
                  <a:srgbClr val="2A2A2A"/>
                </a:solidFill>
                <a:latin typeface="Calibri"/>
              </a:rPr>
              <a:t>Create an automated SharePoint Solution Portfolio Catalog, as explained at </a:t>
            </a:r>
            <a:r>
              <a:rPr sz="1600" b="0" u="sng">
                <a:solidFill>
                  <a:srgbClr val="4A90D9"/>
                </a:solidFill>
                <a:latin typeface="Calibri"/>
                <a:hlinkClick r:id="rId2"/>
              </a:rPr>
              <a:t>https://github.com/khudsonjd/sp-portfolio-kit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  <a:latin typeface="Calibri"/>
              </a:rPr>
              <a:t>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3A6B"/>
                </a:solidFill>
                <a:latin typeface="Calibri"/>
              </a:rPr>
              <a:t>Prototype demo: TAP Catalog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737360"/>
            <a:ext cx="8531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3A6B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5676" y="2560320"/>
            <a:ext cx="3657600" cy="190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78892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Keith Hudson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4612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Founder, MDFFS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31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A90D9"/>
                </a:solidFill>
                <a:latin typeface="Calibri"/>
                <a:hlinkClick r:id="rId2"/>
              </a:rPr>
              <a:t>khudsonjd@gmail.com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88752" y="6601968"/>
            <a:ext cx="109728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44200" y="6583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90D9"/>
                </a:solidFill>
                <a:latin typeface="Calibri"/>
              </a:rPr>
              <a:t>MDFFS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alibri"/>
              </a:rPr>
              <a:t>© 2026 MDFFS Foundation.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</cp:revision>
  <dcterms:created xsi:type="dcterms:W3CDTF">2013-01-27T09:14:16Z</dcterms:created>
  <dcterms:modified xsi:type="dcterms:W3CDTF">2026-03-19T01:44:07Z</dcterms:modified>
  <cp:category/>
</cp:coreProperties>
</file>