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hudsonjd/sp-portfolio-kit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khudsonjd@gmail.co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88752" y="6601968"/>
            <a:ext cx="109728" cy="10972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44200" y="65836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90D9"/>
                </a:solidFill>
                <a:latin typeface="Calibri"/>
              </a:rPr>
              <a:t>MDFFS Foundation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265676" y="2468880"/>
            <a:ext cx="3657600" cy="1905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606040"/>
            <a:ext cx="85313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SharePoint Custom</a:t>
            </a:r>
          </a:p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Solution Catalog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5676" y="3520440"/>
            <a:ext cx="3657600" cy="1905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88752" y="6601968"/>
            <a:ext cx="109728" cy="10972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44200" y="65836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90D9"/>
                </a:solidFill>
                <a:latin typeface="Calibri"/>
              </a:rPr>
              <a:t>MDFFS Foundation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3A6B"/>
                </a:solidFill>
                <a:latin typeface="Calibri"/>
              </a:rPr>
              <a:t>Situation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7373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A2A2A"/>
                </a:solidFill>
                <a:latin typeface="Calibri"/>
              </a:rPr>
              <a:t>SharePoint is a rapid development platform available to everyone in the enterprise.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88752" y="6601968"/>
            <a:ext cx="109728" cy="10972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44200" y="65836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90D9"/>
                </a:solidFill>
                <a:latin typeface="Calibri"/>
              </a:rPr>
              <a:t>MDFFS Foundation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3A6B"/>
                </a:solidFill>
                <a:latin typeface="Calibri"/>
              </a:rPr>
              <a:t>Complication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7373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A2A2A"/>
                </a:solidFill>
                <a:latin typeface="Calibri"/>
              </a:rPr>
              <a:t>SharePoint solutions are often built to meet urgent, unfunded, or "temporary" needs — with plans to sunset them in a few months or rebuild them properly once funding arrives.</a:t>
            </a:r>
          </a:p>
          <a:p/>
          <a:p>
            <a:pPr algn="l"/>
            <a:r>
              <a:rPr sz="1600" b="0">
                <a:solidFill>
                  <a:srgbClr val="2A2A2A"/>
                </a:solidFill>
                <a:latin typeface="Calibri"/>
              </a:rPr>
              <a:t>Years later, those tools are still running. Your support team is maintaining dozens or hundreds of custom solutions of uncertain value, with no systematic way to evaluate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88752" y="6601968"/>
            <a:ext cx="109728" cy="10972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44200" y="65836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90D9"/>
                </a:solidFill>
                <a:latin typeface="Calibri"/>
              </a:rPr>
              <a:t>MDFFS Foundation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3A6B"/>
                </a:solidFill>
                <a:latin typeface="Calibri"/>
              </a:rPr>
              <a:t>Resolution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7373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A2A2A"/>
                </a:solidFill>
                <a:latin typeface="Calibri"/>
              </a:rPr>
              <a:t>Learn to think like an Enterprise Architect. Apply TOGAF principles to create a standardized, repeatable process for regularly reviewing your solution portfolio — informed by relevant organizational and technical context.</a:t>
            </a:r>
          </a:p>
          <a:p/>
          <a:p>
            <a:pPr algn="l"/>
            <a:r>
              <a:rPr sz="1600" b="0">
                <a:solidFill>
                  <a:srgbClr val="2A2A2A"/>
                </a:solidFill>
                <a:latin typeface="Calibri"/>
              </a:rPr>
              <a:t>Create an automated SharePoint Solution Portfolio Catalog, as explained at </a:t>
            </a:r>
            <a:r>
              <a:rPr sz="1600" b="0" u="sng">
                <a:solidFill>
                  <a:srgbClr val="4A90D9"/>
                </a:solidFill>
                <a:latin typeface="Calibri"/>
                <a:hlinkClick r:id="rId2"/>
              </a:rPr>
              <a:t>https://github.com/khudsonjd/sp-portfolio-kit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88752" y="6601968"/>
            <a:ext cx="109728" cy="10972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44200" y="65836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90D9"/>
                </a:solidFill>
                <a:latin typeface="Calibri"/>
              </a:rPr>
              <a:t>MDFFS Foundation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3A6B"/>
                </a:solidFill>
                <a:latin typeface="Calibri"/>
              </a:rPr>
              <a:t>Resolution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7373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3A6B"/>
                </a:solidFill>
                <a:latin typeface="Calibri"/>
              </a:rPr>
              <a:t>Prototype demo: TAP Catalog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737360"/>
            <a:ext cx="85313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B3A6B"/>
                </a:solidFill>
                <a:latin typeface="Calibri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5676" y="2560320"/>
            <a:ext cx="3657600" cy="1905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788920"/>
            <a:ext cx="8531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6B"/>
                </a:solidFill>
                <a:latin typeface="Calibri"/>
              </a:rPr>
              <a:t>Keith Hudson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46120"/>
            <a:ext cx="8531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55555"/>
                </a:solidFill>
                <a:latin typeface="Calibri"/>
              </a:rPr>
              <a:t>Founder, MDFFS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657600"/>
            <a:ext cx="8531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4A90D9"/>
                </a:solidFill>
                <a:latin typeface="Calibri"/>
                <a:hlinkClick r:id="rId2"/>
              </a:rPr>
              <a:t>khudsonjd@gmail.com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88752" y="6601968"/>
            <a:ext cx="109728" cy="10972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44200" y="65836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90D9"/>
                </a:solidFill>
                <a:latin typeface="Calibri"/>
              </a:rPr>
              <a:t>MDFFS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© 2026 MDFFS Foundation.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